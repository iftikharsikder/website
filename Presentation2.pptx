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7" r:id="rId2"/>
    <p:sldId id="259" r:id="rId3"/>
    <p:sldId id="256" r:id="rId4"/>
    <p:sldId id="258" r:id="rId5"/>
    <p:sldId id="263" r:id="rId6"/>
    <p:sldId id="260" r:id="rId7"/>
    <p:sldId id="262" r:id="rId8"/>
    <p:sldId id="261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84DBA"/>
    <a:srgbClr val="34029A"/>
    <a:srgbClr val="380F86"/>
    <a:srgbClr val="274D8D"/>
    <a:srgbClr val="D83031"/>
    <a:srgbClr val="CF362D"/>
    <a:srgbClr val="D32D20"/>
    <a:srgbClr val="248D3F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2615" autoAdjust="0"/>
  </p:normalViewPr>
  <p:slideViewPr>
    <p:cSldViewPr snapToGrid="0">
      <p:cViewPr>
        <p:scale>
          <a:sx n="89" d="100"/>
          <a:sy n="89" d="100"/>
        </p:scale>
        <p:origin x="-3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66D0EF-F4C5-4229-B987-8A165CE806AA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EB275A-4EE0-4950-8012-1D8305392E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789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EB275A-4EE0-4950-8012-1D8305392E5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1750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06B5C6-9E77-755C-1080-33635C80FE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AD07EA-3F8B-FCAF-053C-E48C9DE16B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9D4BE0-C95F-C6EA-EE49-403A678B16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77315E-F07B-4FD8-9911-1FC4FAB027F0}" type="datetimeFigureOut">
              <a:rPr lang="en-US" smtClean="0"/>
              <a:t>9/27/2026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8A3B12-E12B-4B22-F670-E67C62C2DE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0814B4-7FB5-AA06-8FDA-3CD147202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2BFD5-ADE5-4B45-8DCC-BC9C4A55008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96102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140828-71B4-1547-CD4A-7191DDA67F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B38A16-EEC8-3032-2250-C8D0DCCE25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A81758-AD6B-478D-F2D9-E7BC7B2A80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77315E-F07B-4FD8-9911-1FC4FAB027F0}" type="datetimeFigureOut">
              <a:rPr lang="en-US" smtClean="0"/>
              <a:t>9/27/2026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ADE60D-DEAB-831D-DC21-375DC0710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6AAE39-E65F-4FAD-421C-3CB8017D4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2BFD5-ADE5-4B45-8DCC-BC9C4A55008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18864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7715DA-91D9-D678-0654-F990132EA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113600-F9FD-2732-84E3-BAEDCA760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0F3018-2882-7CFE-D5EC-AB11C2B527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77315E-F07B-4FD8-9911-1FC4FAB027F0}" type="datetimeFigureOut">
              <a:rPr lang="en-US" smtClean="0"/>
              <a:t>9/27/2026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45BC93-C551-AEC6-7F05-076C62835B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BC9783-3EE7-F57B-2138-BC9F0EA71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2BFD5-ADE5-4B45-8DCC-BC9C4A55008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238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05E206-8038-E832-7969-12B585F887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50B974-FE66-AC8D-219C-F23ACA991C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6910A8-2479-1B43-1A33-988268D567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B66AAF-A1DB-8AE1-B56F-E6F5C1416D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77315E-F07B-4FD8-9911-1FC4FAB027F0}" type="datetimeFigureOut">
              <a:rPr lang="en-US" smtClean="0"/>
              <a:t>9/27/2026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3BD212-1130-0A9E-05EF-65606B2F2B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629FD4-2E6B-76D8-C7AA-30D32B9F1F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2BFD5-ADE5-4B45-8DCC-BC9C4A55008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30279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B2F91B-C1A4-B84E-0513-62028B56C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9F0254-81CD-5D36-7696-D3C11BB99D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C83255-7F2D-8C30-27DB-373E854495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A9C25BE-C31B-3B14-1800-68EBD8B2B0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E6E8090-37F4-CB92-FEFC-A41076725B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37EEAD2-D405-4ADD-C785-734D06BDBC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77315E-F07B-4FD8-9911-1FC4FAB027F0}" type="datetimeFigureOut">
              <a:rPr lang="en-US" smtClean="0"/>
              <a:t>9/27/2026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0471E26-62EA-88D8-28B7-C4CE59A21C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851D26B-A4C8-B628-704B-11DA77E117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2BFD5-ADE5-4B45-8DCC-BC9C4A55008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50190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7F5882-6552-32AB-F13B-E53F8DDDFE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31288D-791F-3DCF-12B9-88E70A51E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77315E-F07B-4FD8-9911-1FC4FAB027F0}" type="datetimeFigureOut">
              <a:rPr lang="en-US" smtClean="0"/>
              <a:t>9/27/2026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AEA336-0735-83C8-A9F8-87DF98C5E0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18D624-2926-B102-EFEB-96C826CE4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2BFD5-ADE5-4B45-8DCC-BC9C4A55008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55775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57A3DDF-BBC7-CD7F-2349-4D79E61878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77315E-F07B-4FD8-9911-1FC4FAB027F0}" type="datetimeFigureOut">
              <a:rPr lang="en-US" smtClean="0"/>
              <a:t>9/27/2026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F3B3D54-AA65-6169-E9D7-A0DFAB30C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143942-8BE0-8E8A-7F9A-816BF6C76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2BFD5-ADE5-4B45-8DCC-BC9C4A55008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89654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C35F3A-01A8-A553-8A37-E0F708A3A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2E2AE3-D7BD-0BE4-DC2A-83673CBAF4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27142C-A2B0-946E-E608-2348D0124C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0FDEE9-A701-6CD1-B688-087C113348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77315E-F07B-4FD8-9911-1FC4FAB027F0}" type="datetimeFigureOut">
              <a:rPr lang="en-US" smtClean="0"/>
              <a:t>9/27/2026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F8F2EF-1DC2-12FE-5BE2-EBAADCB4BA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8892F9-1056-7E2C-2561-352C418A8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2BFD5-ADE5-4B45-8DCC-BC9C4A55008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95360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E8A0A-14A4-05FA-AFA9-E60905779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29CBB73-075A-BAB3-A6F6-7C366CF7E27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DD6269-C53F-C7A8-0FE9-AC02C6D7D8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D0C25D-73A0-DD6D-B50E-99B8D4920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77315E-F07B-4FD8-9911-1FC4FAB027F0}" type="datetimeFigureOut">
              <a:rPr lang="en-US" smtClean="0"/>
              <a:t>9/27/2026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4E737D-E3C5-A1C4-E564-8A4C1AFAD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D74890-FCA1-247C-3E96-E6415F8C0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2BFD5-ADE5-4B45-8DCC-BC9C4A55008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40430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BA512E-FDE6-CB30-9EB3-F54B5B067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A85E0D-BC3B-4D02-696E-0A216755AD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69BE6B-C4F8-D2C4-F9A8-92DCF3FADB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77315E-F07B-4FD8-9911-1FC4FAB027F0}" type="datetimeFigureOut">
              <a:rPr lang="en-US" smtClean="0"/>
              <a:t>9/27/2026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87942D-86D1-B8F2-0EB7-2A7B2EF2E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F372C4-0BCF-9B46-483E-F25E066A9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2BFD5-ADE5-4B45-8DCC-BC9C4A55008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89612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5EBCC15-FA8E-0CA7-4113-2CB58235E8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6D0C05-7DA9-D258-C178-E720E6B327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CAC6B3-5966-E43C-E773-709E8B519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77315E-F07B-4FD8-9911-1FC4FAB027F0}" type="datetimeFigureOut">
              <a:rPr lang="en-US" smtClean="0"/>
              <a:t>9/27/2026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6EF402-ADA9-98C1-86CB-55BC17C4F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12D3F0-583A-B228-0BBE-941A6CF6A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2BFD5-ADE5-4B45-8DCC-BC9C4A55008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08691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3FC156C-9C87-6F6E-C2BC-0B9412615A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A5EC9C-4BF3-5764-8553-A5F4C038DD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B1BA0C-A6DC-D5F6-52B8-03A048B543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77315E-F07B-4FD8-9911-1FC4FAB027F0}" type="datetimeFigureOut">
              <a:rPr lang="en-US" smtClean="0"/>
              <a:t>9/27/2026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A73BEC-62EB-BA16-D156-13F54287D9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569AB6-421F-281A-D0C7-5712152324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12BFD5-ADE5-4B45-8DCC-BC9C4A55008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9675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C49635-683E-EC73-8590-ED16593506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F324A6D-B74A-3FAC-FE7F-CD8136823999}"/>
              </a:ext>
            </a:extLst>
          </p:cNvPr>
          <p:cNvSpPr txBox="1"/>
          <p:nvPr/>
        </p:nvSpPr>
        <p:spPr>
          <a:xfrm>
            <a:off x="2926080" y="1545336"/>
            <a:ext cx="574243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DIU</a:t>
            </a:r>
          </a:p>
        </p:txBody>
      </p:sp>
    </p:spTree>
    <p:extLst>
      <p:ext uri="{BB962C8B-B14F-4D97-AF65-F5344CB8AC3E}">
        <p14:creationId xmlns:p14="http://schemas.microsoft.com/office/powerpoint/2010/main" val="30620444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1D5B06-BE44-3D85-A6C9-3BB1EC5D1D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8DE6AAE-4532-01A8-75E4-69FBD4CC70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207" b="29768"/>
          <a:stretch>
            <a:fillRect/>
          </a:stretch>
        </p:blipFill>
        <p:spPr>
          <a:xfrm>
            <a:off x="1212850" y="1588294"/>
            <a:ext cx="1648562" cy="25955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E5D44F4-C4D9-B581-911D-80DB04B4D9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95" t="23262" r="2877" b="31270"/>
          <a:stretch>
            <a:fillRect/>
          </a:stretch>
        </p:blipFill>
        <p:spPr>
          <a:xfrm>
            <a:off x="2592371" y="3007151"/>
            <a:ext cx="7748833" cy="1461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19139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D30BC2E-D802-6ADF-5822-F27C31A50C04}"/>
              </a:ext>
            </a:extLst>
          </p:cNvPr>
          <p:cNvSpPr txBox="1"/>
          <p:nvPr/>
        </p:nvSpPr>
        <p:spPr>
          <a:xfrm>
            <a:off x="2789238" y="1862137"/>
            <a:ext cx="5476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s-IN" dirty="0">
                <a:solidFill>
                  <a:srgbClr val="274D8D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ঢাকা ইন্টারন্যাশনাল ইউনিভার্সিটি</a:t>
            </a:r>
            <a:endParaRPr lang="en-US" dirty="0">
              <a:solidFill>
                <a:srgbClr val="274D8D"/>
              </a:solidFill>
              <a:latin typeface="Nirmala Text" panose="020B0502040204020203" pitchFamily="34" charset="0"/>
              <a:ea typeface="Nirmala Text" panose="020B0502040204020203" pitchFamily="34" charset="0"/>
              <a:cs typeface="Nirmala Text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CA78B50-2C2E-07B0-AE75-1D21E308048D}"/>
              </a:ext>
            </a:extLst>
          </p:cNvPr>
          <p:cNvSpPr txBox="1"/>
          <p:nvPr/>
        </p:nvSpPr>
        <p:spPr>
          <a:xfrm>
            <a:off x="2789237" y="2091531"/>
            <a:ext cx="54768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Dhaka International University</a:t>
            </a:r>
          </a:p>
        </p:txBody>
      </p:sp>
    </p:spTree>
    <p:extLst>
      <p:ext uri="{BB962C8B-B14F-4D97-AF65-F5344CB8AC3E}">
        <p14:creationId xmlns:p14="http://schemas.microsoft.com/office/powerpoint/2010/main" val="15332905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13D2B2-D265-C0F8-A912-6F952DC9DD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50D475B-49CC-297C-9BC6-9E1C2515CFA9}"/>
              </a:ext>
            </a:extLst>
          </p:cNvPr>
          <p:cNvSpPr txBox="1"/>
          <p:nvPr/>
        </p:nvSpPr>
        <p:spPr>
          <a:xfrm>
            <a:off x="2852928" y="1810512"/>
            <a:ext cx="4059936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600" b="1" dirty="0">
                <a:solidFill>
                  <a:srgbClr val="248D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DIU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DD39931-8A4C-1740-BE02-AEAF1F677A31}"/>
              </a:ext>
            </a:extLst>
          </p:cNvPr>
          <p:cNvSpPr/>
          <p:nvPr/>
        </p:nvSpPr>
        <p:spPr>
          <a:xfrm>
            <a:off x="6800596" y="2312769"/>
            <a:ext cx="673354" cy="1618488"/>
          </a:xfrm>
          <a:prstGeom prst="rect">
            <a:avLst/>
          </a:prstGeom>
          <a:solidFill>
            <a:srgbClr val="D8303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300AA1A6-43AB-42BA-01B4-70C49AF4EBEB}"/>
              </a:ext>
            </a:extLst>
          </p:cNvPr>
          <p:cNvSpPr/>
          <p:nvPr/>
        </p:nvSpPr>
        <p:spPr>
          <a:xfrm>
            <a:off x="6806946" y="3321050"/>
            <a:ext cx="657860" cy="126644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2741A3C-CC28-54ED-174A-6A289F8A3AF8}"/>
              </a:ext>
            </a:extLst>
          </p:cNvPr>
          <p:cNvSpPr/>
          <p:nvPr/>
        </p:nvSpPr>
        <p:spPr>
          <a:xfrm>
            <a:off x="6813296" y="1743047"/>
            <a:ext cx="673354" cy="115214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ED321A9F-FCC1-8633-1E85-2EF1E737D42C}"/>
              </a:ext>
            </a:extLst>
          </p:cNvPr>
          <p:cNvSpPr/>
          <p:nvPr/>
        </p:nvSpPr>
        <p:spPr>
          <a:xfrm>
            <a:off x="7017546" y="2546350"/>
            <a:ext cx="239453" cy="258163"/>
          </a:xfrm>
          <a:prstGeom prst="ellipse">
            <a:avLst/>
          </a:prstGeom>
          <a:solidFill>
            <a:srgbClr val="D8303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CCB9FB9-B882-682E-7982-A42A3E7FB288}"/>
              </a:ext>
            </a:extLst>
          </p:cNvPr>
          <p:cNvSpPr txBox="1"/>
          <p:nvPr/>
        </p:nvSpPr>
        <p:spPr>
          <a:xfrm>
            <a:off x="2889250" y="3895161"/>
            <a:ext cx="46545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err="1">
                <a:latin typeface="Courier"/>
                <a:cs typeface="Courier New" panose="02070309020205020404" pitchFamily="49" charset="0"/>
              </a:rPr>
              <a:t>Estd</a:t>
            </a:r>
            <a:r>
              <a:rPr lang="en-US" sz="2800" b="1" dirty="0">
                <a:latin typeface="Courier"/>
                <a:cs typeface="Courier New" panose="02070309020205020404" pitchFamily="49" charset="0"/>
              </a:rPr>
              <a:t>. 7th April, 1995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31224CD-EF7B-34EB-BE5D-AC436A9B2958}"/>
              </a:ext>
            </a:extLst>
          </p:cNvPr>
          <p:cNvSpPr/>
          <p:nvPr/>
        </p:nvSpPr>
        <p:spPr>
          <a:xfrm>
            <a:off x="6718300" y="2254250"/>
            <a:ext cx="213614" cy="839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0DE8CC1-BF99-0681-26EB-4B8E4AF922E5}"/>
              </a:ext>
            </a:extLst>
          </p:cNvPr>
          <p:cNvSpPr txBox="1"/>
          <p:nvPr/>
        </p:nvSpPr>
        <p:spPr>
          <a:xfrm>
            <a:off x="2884678" y="1893608"/>
            <a:ext cx="4817872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300" b="1" dirty="0">
                <a:latin typeface="Courier"/>
                <a:cs typeface="Courier New" panose="02070309020205020404" pitchFamily="49" charset="0"/>
              </a:rPr>
              <a:t>Knowledge is Power</a:t>
            </a:r>
          </a:p>
        </p:txBody>
      </p:sp>
    </p:spTree>
    <p:extLst>
      <p:ext uri="{BB962C8B-B14F-4D97-AF65-F5344CB8AC3E}">
        <p14:creationId xmlns:p14="http://schemas.microsoft.com/office/powerpoint/2010/main" val="7929151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13D2B2-D265-C0F8-A912-6F952DC9DD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50D475B-49CC-297C-9BC6-9E1C2515CFA9}"/>
              </a:ext>
            </a:extLst>
          </p:cNvPr>
          <p:cNvSpPr txBox="1"/>
          <p:nvPr/>
        </p:nvSpPr>
        <p:spPr>
          <a:xfrm>
            <a:off x="2852928" y="1810512"/>
            <a:ext cx="4059936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600" b="1" dirty="0">
                <a:solidFill>
                  <a:srgbClr val="684DB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DIU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DD39931-8A4C-1740-BE02-AEAF1F677A31}"/>
              </a:ext>
            </a:extLst>
          </p:cNvPr>
          <p:cNvSpPr/>
          <p:nvPr/>
        </p:nvSpPr>
        <p:spPr>
          <a:xfrm>
            <a:off x="6800596" y="2312769"/>
            <a:ext cx="673354" cy="1618488"/>
          </a:xfrm>
          <a:prstGeom prst="rect">
            <a:avLst/>
          </a:prstGeom>
          <a:solidFill>
            <a:srgbClr val="684DB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684DBA"/>
              </a:solidFill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300AA1A6-43AB-42BA-01B4-70C49AF4EBEB}"/>
              </a:ext>
            </a:extLst>
          </p:cNvPr>
          <p:cNvSpPr/>
          <p:nvPr/>
        </p:nvSpPr>
        <p:spPr>
          <a:xfrm>
            <a:off x="6806946" y="3321050"/>
            <a:ext cx="657860" cy="126644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2741A3C-CC28-54ED-174A-6A289F8A3AF8}"/>
              </a:ext>
            </a:extLst>
          </p:cNvPr>
          <p:cNvSpPr/>
          <p:nvPr/>
        </p:nvSpPr>
        <p:spPr>
          <a:xfrm>
            <a:off x="6813296" y="1743047"/>
            <a:ext cx="673354" cy="115214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ED321A9F-FCC1-8633-1E85-2EF1E737D42C}"/>
              </a:ext>
            </a:extLst>
          </p:cNvPr>
          <p:cNvSpPr/>
          <p:nvPr/>
        </p:nvSpPr>
        <p:spPr>
          <a:xfrm>
            <a:off x="7017546" y="2546350"/>
            <a:ext cx="239453" cy="258163"/>
          </a:xfrm>
          <a:prstGeom prst="ellipse">
            <a:avLst/>
          </a:prstGeom>
          <a:solidFill>
            <a:srgbClr val="684DB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CCB9FB9-B882-682E-7982-A42A3E7FB288}"/>
              </a:ext>
            </a:extLst>
          </p:cNvPr>
          <p:cNvSpPr txBox="1"/>
          <p:nvPr/>
        </p:nvSpPr>
        <p:spPr>
          <a:xfrm>
            <a:off x="2889250" y="3895161"/>
            <a:ext cx="46545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err="1">
                <a:solidFill>
                  <a:srgbClr val="684DBA"/>
                </a:solidFill>
                <a:latin typeface="Courier"/>
                <a:cs typeface="Courier New" panose="02070309020205020404" pitchFamily="49" charset="0"/>
              </a:rPr>
              <a:t>Estd</a:t>
            </a:r>
            <a:r>
              <a:rPr lang="en-US" sz="2800" b="1" dirty="0">
                <a:solidFill>
                  <a:srgbClr val="684DBA"/>
                </a:solidFill>
                <a:latin typeface="Courier"/>
                <a:cs typeface="Courier New" panose="02070309020205020404" pitchFamily="49" charset="0"/>
              </a:rPr>
              <a:t>. 7th April, 1995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31224CD-EF7B-34EB-BE5D-AC436A9B2958}"/>
              </a:ext>
            </a:extLst>
          </p:cNvPr>
          <p:cNvSpPr/>
          <p:nvPr/>
        </p:nvSpPr>
        <p:spPr>
          <a:xfrm>
            <a:off x="6718300" y="2254250"/>
            <a:ext cx="213614" cy="839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0DE8CC1-BF99-0681-26EB-4B8E4AF922E5}"/>
              </a:ext>
            </a:extLst>
          </p:cNvPr>
          <p:cNvSpPr txBox="1"/>
          <p:nvPr/>
        </p:nvSpPr>
        <p:spPr>
          <a:xfrm>
            <a:off x="2884678" y="1893608"/>
            <a:ext cx="4817872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300" b="1" dirty="0">
                <a:solidFill>
                  <a:srgbClr val="684DBA"/>
                </a:solidFill>
                <a:latin typeface="Courier"/>
                <a:cs typeface="Courier New" panose="02070309020205020404" pitchFamily="49" charset="0"/>
              </a:rPr>
              <a:t>Knowledge is Power</a:t>
            </a:r>
          </a:p>
        </p:txBody>
      </p:sp>
    </p:spTree>
    <p:extLst>
      <p:ext uri="{BB962C8B-B14F-4D97-AF65-F5344CB8AC3E}">
        <p14:creationId xmlns:p14="http://schemas.microsoft.com/office/powerpoint/2010/main" val="5698126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2DAF09-63C3-B4B0-03D0-5DDEEDD158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C69F2D8B-A86E-5913-28D3-742C50F12F89}"/>
              </a:ext>
            </a:extLst>
          </p:cNvPr>
          <p:cNvSpPr txBox="1"/>
          <p:nvPr/>
        </p:nvSpPr>
        <p:spPr>
          <a:xfrm>
            <a:off x="2189375" y="1226835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spcAft>
                <a:spcPts val="800"/>
              </a:spcAft>
              <a:buNone/>
            </a:pPr>
            <a:r>
              <a:rPr lang="en-US" sz="1800" b="1" kern="100" dirty="0">
                <a:solidFill>
                  <a:srgbClr val="684DBA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Prof. Dr. A.T.M. Mahobubur Rahman Sharker </a:t>
            </a:r>
            <a:endParaRPr lang="en-US" sz="1800" kern="100" dirty="0">
              <a:solidFill>
                <a:srgbClr val="684DBA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CD52F8F-A31B-9D69-1548-DBBEEB2A0A18}"/>
              </a:ext>
            </a:extLst>
          </p:cNvPr>
          <p:cNvSpPr txBox="1"/>
          <p:nvPr/>
        </p:nvSpPr>
        <p:spPr>
          <a:xfrm>
            <a:off x="2043684" y="1472215"/>
            <a:ext cx="60990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spcAft>
                <a:spcPts val="800"/>
              </a:spcAft>
              <a:buNone/>
            </a:pPr>
            <a:r>
              <a:rPr lang="en-US" sz="1800" kern="100" dirty="0">
                <a:solidFill>
                  <a:srgbClr val="684DBA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Dean (Acting) </a:t>
            </a:r>
            <a:endParaRPr lang="en-US" sz="1800" kern="100" dirty="0">
              <a:solidFill>
                <a:srgbClr val="684DBA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47A1ABC-4052-2248-1BB5-3854D0005307}"/>
              </a:ext>
            </a:extLst>
          </p:cNvPr>
          <p:cNvSpPr txBox="1"/>
          <p:nvPr/>
        </p:nvSpPr>
        <p:spPr>
          <a:xfrm>
            <a:off x="2189375" y="1730880"/>
            <a:ext cx="60990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spcAft>
                <a:spcPts val="800"/>
              </a:spcAft>
              <a:buNone/>
            </a:pPr>
            <a:r>
              <a:rPr lang="en-US" sz="1800" kern="100" dirty="0">
                <a:solidFill>
                  <a:srgbClr val="684DBA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Faculty of Science &amp; Engineering </a:t>
            </a:r>
            <a:endParaRPr lang="en-US" sz="1800" kern="100" dirty="0">
              <a:solidFill>
                <a:srgbClr val="684DBA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391FF28-BD1D-9966-72A3-F74CFD7EA959}"/>
              </a:ext>
            </a:extLst>
          </p:cNvPr>
          <p:cNvSpPr txBox="1"/>
          <p:nvPr/>
        </p:nvSpPr>
        <p:spPr>
          <a:xfrm>
            <a:off x="2284266" y="2003565"/>
            <a:ext cx="60990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spcAft>
                <a:spcPts val="800"/>
              </a:spcAft>
              <a:buNone/>
            </a:pPr>
            <a:r>
              <a:rPr lang="en-US" sz="1800" kern="100" dirty="0">
                <a:solidFill>
                  <a:srgbClr val="684DBA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Dhaka International University </a:t>
            </a:r>
            <a:endParaRPr lang="en-US" sz="1800" kern="100" dirty="0">
              <a:solidFill>
                <a:srgbClr val="684DBA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69198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F89CC7-5F65-943E-86EC-9F35DD3E30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0C668813-9FD9-C100-F979-8F1BA87F3AFA}"/>
              </a:ext>
            </a:extLst>
          </p:cNvPr>
          <p:cNvSpPr txBox="1"/>
          <p:nvPr/>
        </p:nvSpPr>
        <p:spPr>
          <a:xfrm>
            <a:off x="2302499" y="1226835"/>
            <a:ext cx="609442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lang="en-US" sz="2000" kern="100" dirty="0">
                <a:solidFill>
                  <a:srgbClr val="34029A"/>
                </a:solidFill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Prof. Dr. Md. Abdul Based</a:t>
            </a:r>
            <a:endParaRPr lang="en-US" sz="2000" kern="100" dirty="0">
              <a:solidFill>
                <a:srgbClr val="34029A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1D723A6-962E-F98E-3871-EC36DD890E9C}"/>
              </a:ext>
            </a:extLst>
          </p:cNvPr>
          <p:cNvSpPr txBox="1"/>
          <p:nvPr/>
        </p:nvSpPr>
        <p:spPr>
          <a:xfrm>
            <a:off x="2288785" y="1491069"/>
            <a:ext cx="60990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lang="en-US" kern="100" dirty="0">
                <a:solidFill>
                  <a:srgbClr val="34029A"/>
                </a:solidFill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Chairman (Acting)</a:t>
            </a:r>
            <a:endParaRPr lang="en-US" sz="1800" kern="100" dirty="0">
              <a:solidFill>
                <a:srgbClr val="34029A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CB313CE-4899-1E6A-55F3-06E5AF041865}"/>
              </a:ext>
            </a:extLst>
          </p:cNvPr>
          <p:cNvSpPr txBox="1"/>
          <p:nvPr/>
        </p:nvSpPr>
        <p:spPr>
          <a:xfrm>
            <a:off x="2264791" y="1749734"/>
            <a:ext cx="60990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lang="en-US" kern="100" dirty="0">
                <a:solidFill>
                  <a:srgbClr val="34029A"/>
                </a:solidFill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Department of CSE</a:t>
            </a:r>
            <a:endParaRPr lang="en-US" sz="1800" kern="100" dirty="0">
              <a:solidFill>
                <a:srgbClr val="34029A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C93FF02-19A4-8522-0B64-31DDD353A9BA}"/>
              </a:ext>
            </a:extLst>
          </p:cNvPr>
          <p:cNvSpPr txBox="1"/>
          <p:nvPr/>
        </p:nvSpPr>
        <p:spPr>
          <a:xfrm>
            <a:off x="2321974" y="2012992"/>
            <a:ext cx="60990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lang="en-US" kern="100" dirty="0">
                <a:solidFill>
                  <a:srgbClr val="34029A"/>
                </a:solidFill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Dhaka International University</a:t>
            </a:r>
            <a:endParaRPr lang="en-US" kern="100" dirty="0">
              <a:solidFill>
                <a:srgbClr val="34029A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99982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17411D-69F2-F86C-DE8E-7A80E1B497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5AC5F385-838B-0C22-4EC4-F30606FEC9D4}"/>
              </a:ext>
            </a:extLst>
          </p:cNvPr>
          <p:cNvSpPr/>
          <p:nvPr/>
        </p:nvSpPr>
        <p:spPr>
          <a:xfrm>
            <a:off x="4400550" y="752475"/>
            <a:ext cx="2349041" cy="2309813"/>
          </a:xfrm>
          <a:prstGeom prst="ellipse">
            <a:avLst/>
          </a:prstGeom>
          <a:noFill/>
          <a:ln>
            <a:solidFill>
              <a:srgbClr val="684DB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514B2961-9C2A-95BE-92DD-268ADA20096B}"/>
              </a:ext>
            </a:extLst>
          </p:cNvPr>
          <p:cNvSpPr/>
          <p:nvPr/>
        </p:nvSpPr>
        <p:spPr>
          <a:xfrm>
            <a:off x="4728974" y="1141400"/>
            <a:ext cx="1693222" cy="1582947"/>
          </a:xfrm>
          <a:prstGeom prst="ellipse">
            <a:avLst/>
          </a:prstGeom>
          <a:noFill/>
          <a:ln>
            <a:solidFill>
              <a:srgbClr val="684DB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3F68EC2-17D9-F5CE-1506-997FF2D7C860}"/>
              </a:ext>
            </a:extLst>
          </p:cNvPr>
          <p:cNvSpPr txBox="1"/>
          <p:nvPr/>
        </p:nvSpPr>
        <p:spPr>
          <a:xfrm>
            <a:off x="4567236" y="1189772"/>
            <a:ext cx="2011113" cy="1722212"/>
          </a:xfrm>
          <a:prstGeom prst="rect">
            <a:avLst/>
          </a:prstGeom>
          <a:noFill/>
        </p:spPr>
        <p:txBody>
          <a:bodyPr wrap="square" rtlCol="0">
            <a:prstTxWarp prst="textArchDown">
              <a:avLst/>
            </a:prstTxWarp>
            <a:spAutoFit/>
          </a:bodyPr>
          <a:lstStyle/>
          <a:p>
            <a:r>
              <a:rPr lang="en-US" sz="4600" b="1" dirty="0">
                <a:solidFill>
                  <a:srgbClr val="684DB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Dhaka International University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4D37F9-F478-9B3B-34D8-19572B8D8128}"/>
              </a:ext>
            </a:extLst>
          </p:cNvPr>
          <p:cNvSpPr txBox="1"/>
          <p:nvPr/>
        </p:nvSpPr>
        <p:spPr>
          <a:xfrm>
            <a:off x="4620785" y="978073"/>
            <a:ext cx="1929318" cy="1684685"/>
          </a:xfrm>
          <a:prstGeom prst="rect">
            <a:avLst/>
          </a:prstGeom>
          <a:noFill/>
        </p:spPr>
        <p:txBody>
          <a:bodyPr wrap="square" rtlCol="0">
            <a:prstTxWarp prst="textArchUp">
              <a:avLst>
                <a:gd name="adj" fmla="val 10887373"/>
              </a:avLst>
            </a:prstTxWarp>
            <a:spAutoFit/>
          </a:bodyPr>
          <a:lstStyle/>
          <a:p>
            <a:r>
              <a:rPr lang="en-US" sz="7000" b="1" kern="1500" dirty="0">
                <a:solidFill>
                  <a:srgbClr val="684DB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Knowledge Is Power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2ED433AF-7732-2A9C-F885-AB02A487439F}"/>
              </a:ext>
            </a:extLst>
          </p:cNvPr>
          <p:cNvSpPr/>
          <p:nvPr/>
        </p:nvSpPr>
        <p:spPr>
          <a:xfrm>
            <a:off x="4359214" y="711641"/>
            <a:ext cx="2432649" cy="2393868"/>
          </a:xfrm>
          <a:prstGeom prst="ellipse">
            <a:avLst/>
          </a:prstGeom>
          <a:noFill/>
          <a:ln>
            <a:solidFill>
              <a:srgbClr val="684DB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EA11F75-7B35-F0D4-732D-7FED0C3FB7CD}"/>
              </a:ext>
            </a:extLst>
          </p:cNvPr>
          <p:cNvSpPr txBox="1"/>
          <p:nvPr/>
        </p:nvSpPr>
        <p:spPr>
          <a:xfrm>
            <a:off x="2455653" y="3939396"/>
            <a:ext cx="3968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684DBA"/>
                </a:solidFill>
              </a:rPr>
              <a:t>★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CC63DF6-F4EA-40A8-8E27-EEE4BC8F4D81}"/>
              </a:ext>
            </a:extLst>
          </p:cNvPr>
          <p:cNvSpPr txBox="1"/>
          <p:nvPr/>
        </p:nvSpPr>
        <p:spPr>
          <a:xfrm>
            <a:off x="2608053" y="4091796"/>
            <a:ext cx="3968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684DBA"/>
                </a:solidFill>
              </a:rPr>
              <a:t>★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924B242-729D-DB74-9A2E-CA00C62FA89A}"/>
              </a:ext>
            </a:extLst>
          </p:cNvPr>
          <p:cNvSpPr txBox="1"/>
          <p:nvPr/>
        </p:nvSpPr>
        <p:spPr>
          <a:xfrm>
            <a:off x="4389823" y="1733912"/>
            <a:ext cx="3968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684DBA"/>
                </a:solidFill>
              </a:rPr>
              <a:t>★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6A85A7C-D280-4D83-E520-A0AAC34B265E}"/>
              </a:ext>
            </a:extLst>
          </p:cNvPr>
          <p:cNvSpPr txBox="1"/>
          <p:nvPr/>
        </p:nvSpPr>
        <p:spPr>
          <a:xfrm>
            <a:off x="6401569" y="1742080"/>
            <a:ext cx="3968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684DBA"/>
                </a:solidFill>
              </a:rPr>
              <a:t>★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184C0F16-2AF8-41C2-34D3-ADDA67403A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0398" y="1590212"/>
            <a:ext cx="1425538" cy="725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45211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307</TotalTime>
  <Words>81</Words>
  <Application>Microsoft Office PowerPoint</Application>
  <PresentationFormat>Widescreen</PresentationFormat>
  <Paragraphs>24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Aptos</vt:lpstr>
      <vt:lpstr>Aptos Display</vt:lpstr>
      <vt:lpstr>Arial</vt:lpstr>
      <vt:lpstr>Courier</vt:lpstr>
      <vt:lpstr>Nirmala Text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Efty Shikder</dc:creator>
  <cp:lastModifiedBy>User</cp:lastModifiedBy>
  <cp:revision>9</cp:revision>
  <dcterms:created xsi:type="dcterms:W3CDTF">2026-04-24T19:20:05Z</dcterms:created>
  <dcterms:modified xsi:type="dcterms:W3CDTF">2026-09-27T06:55:00Z</dcterms:modified>
</cp:coreProperties>
</file>